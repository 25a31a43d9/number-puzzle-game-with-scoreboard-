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Puzzle Game with Scoreboard Save to File</a:t>
            </a:r>
          </a:p>
          <a:p>
            <a:r>
              <a:t>Using Functions in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simple Number Puzzle Game developed in C++.</a:t>
            </a:r>
          </a:p>
          <a:p>
            <a:r>
              <a:t>The program uses functions, file handling, loops, and random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number generation</a:t>
            </a:r>
          </a:p>
          <a:p>
            <a:r>
              <a:t>• User guessing system</a:t>
            </a:r>
          </a:p>
          <a:p>
            <a:r>
              <a:t>• Attempts counter</a:t>
            </a:r>
          </a:p>
          <a:p>
            <a:r>
              <a:t>• Scoreboard saving using files</a:t>
            </a:r>
          </a:p>
          <a:p>
            <a:r>
              <a:t>• Display saved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Files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#include &lt;fstream&gt;</a:t>
            </a:r>
          </a:p>
          <a:p>
            <a:r>
              <a:t>#include &lt;cstdlib&gt;</a:t>
            </a:r>
          </a:p>
          <a:p>
            <a:r>
              <a:t>#include &lt;ctime&gt;</a:t>
            </a:r>
          </a:p>
          <a:p/>
          <a:p>
            <a:r>
              <a:t>These libraries are used for input/output, file handling, random numbers, and time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saveScore()</a:t>
            </a:r>
          </a:p>
          <a:p>
            <a:r>
              <a:t>   Saves player name and attempts into a file.</a:t>
            </a:r>
          </a:p>
          <a:p/>
          <a:p>
            <a:r>
              <a:t>2. showScores()</a:t>
            </a:r>
          </a:p>
          <a:p>
            <a:r>
              <a:t>   Displays all saved scores from the file.</a:t>
            </a:r>
          </a:p>
          <a:p/>
          <a:p>
            <a:r>
              <a:t>3. main()</a:t>
            </a:r>
          </a:p>
          <a:p>
            <a:r>
              <a:t>   Controls the game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saveScore()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Opens scores.txt file in append mode.</a:t>
            </a:r>
          </a:p>
          <a:p>
            <a:r>
              <a:t>• Stores player name and attempts.</a:t>
            </a:r>
          </a:p>
          <a:p>
            <a:r>
              <a:t>• Closes the file after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showScores()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Opens scores.txt file.</a:t>
            </a:r>
          </a:p>
          <a:p>
            <a:r>
              <a:t>• Reads each line using getline().</a:t>
            </a:r>
          </a:p>
          <a:p>
            <a:r>
              <a:t>• Displays previous scores on the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number generated between 1 and 100.</a:t>
            </a:r>
          </a:p>
          <a:p>
            <a:r>
              <a:t>• Player enters guesses.</a:t>
            </a:r>
          </a:p>
          <a:p>
            <a:r>
              <a:t>• Program checks whether guess is high or low.</a:t>
            </a:r>
          </a:p>
          <a:p>
            <a:r>
              <a:t>• Loop continues until correct answer is found.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understand</a:t>
            </a:r>
          </a:p>
          <a:p>
            <a:r>
              <a:t>• Demonstrates functions in C++</a:t>
            </a:r>
          </a:p>
          <a:p>
            <a:r>
              <a:t>• Uses file handling effectively</a:t>
            </a:r>
          </a:p>
          <a:p>
            <a:r>
              <a:t>• Interactive and user-friendly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Number Puzzle Game is a good example of using functions and file handling in C++. It improves logical thinking and programming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